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ShopSmart Retail Analytics &amp; AI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3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C24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ShopSmart Retail Analytics &amp; AI — Week 1 ML Track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ShopSmart Retail Analytics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AI Implementation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Track — Week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Umar Muhammad  |  AnalystLab Africa Experience Lab, Batch 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Business Problem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ShopSmart Retail Ltd. wants to begin integrating AI into its retail operations.
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baseline models were built using historical retail data: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3F6E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Model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6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an order's total value (Order_Total)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8346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3F6E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3063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5661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whether an order will be returned (Return_Flag)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Data Preparation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source datasets merged: 50,000 orders, 5,000 customers, 500 products, 25 stores, 2,500 returns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missing values, zero duplicates across all tables after verification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 join bug: Inventory initially matched on Product+Store (96% failed) — corrected to Product-only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engineered features: Profit Margin, Order Month/Quarter, Customer Age Group, CLV, Discount %, Days Since Last Purchase, Inventory Status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model-ready features after one-hot encoding; 80/20 train-test split, stratified on Return_Flag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Regression Model — Predicting Order Value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6858000" cy="182880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₦29,879.88 (19.2% of average order)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₦40,060.53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Score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0.8876 (explains ~89% of variance)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383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7947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interaction term (Quantity × Unit_Price) produced a perfect R²=1.0 — recognized as the model trivially reconstructing known arithmetic, not real learning, and excluded from the final model.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Classification Model — Predicting Returns</a:t>
            </a: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E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Unbalanced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95.12%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(class_weight)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52.41%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46.11%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30175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4290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unbalanced model's 95% accuracy is an illusion — it never catches a single real return (Recall = 0%). Balancing trades accuracy for meaningfully higher recall, the more business-relevant outcome.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63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D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4.88% of orders were returned — a significantly imbalanced target.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What Drives Each Prediction?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3F6E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Value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Unit_Price &amp; Quantity dominate. Customer Lifetime Value and Inventory Status show smaller secondary effects.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3F6E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48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Age Group (especially 56+) is the dominant factor — not product, price, or discount.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97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implication: return behavior appears tied to customer experience, not product or pricing — a direction for further investigation.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Recommendations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why customers aged 56+ return more — possible customer experience issue (product fit, sizing, support process)</a:t>
            </a:r>
            <a:endParaRPr lang="en-US" sz="1800" dirty="0"/>
          </a:p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Return_Reason and product/shipping quality data in future modeling — current features explain returns poorly</a:t>
            </a:r>
            <a:endParaRPr lang="en-US" sz="1800" dirty="0"/>
          </a:p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a non-linear model (Random Forest / Gradient Boosting) for order value — better captures the quantity x price relationship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Limitations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model occasionally predicts negative order values — a known Linear Regression constraint</a:t>
            </a:r>
            <a:endParaRPr lang="en-US" sz="1800" dirty="0"/>
          </a:p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precision is low (4.8%) — most flagged "at-risk" orders are false alarms; directional insight only, not yet operational</a:t>
            </a:r>
            <a:endParaRPr lang="en-US" sz="1800" dirty="0"/>
          </a:p>
          <a:p>
            <a:pPr marL="228600" indent="-228600">
              <a:spcAft>
                <a:spcPts val="2000"/>
              </a:spcAft>
              <a:buSzPct val="100000"/>
              <a:buChar char="■"/>
            </a:pPr>
            <a:r>
              <a:rPr lang="en-US" sz="18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rely solely on available dataset features — key drivers like product quality or delivery experience are not captured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6E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Umar Muhammad  |  github.com/Pharouqmk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2026-10-18T18:57:14Z</dcterms:created>
  <dcterms:modified xsi:type="dcterms:W3CDTF">2026-10-18T18:57:14Z</dcterms:modified>
</cp:coreProperties>
</file>